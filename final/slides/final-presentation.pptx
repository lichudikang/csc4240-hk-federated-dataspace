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3E80"/>
          </a:solidFill>
          <a:ln w="12700">
            <a:solidFill>
              <a:srgbClr val="003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463040"/>
            <a:ext cx="548640" cy="7315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27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BF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 ·  Data Spaces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· CUHK-Shenzhen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5544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Transport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63440" y="22402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Dataspace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634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Federation, Policy, and Trust on EDC MVD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63440" y="3657600"/>
            <a:ext cx="1097280" cy="0"/>
          </a:xfrm>
          <a:prstGeom prst="line">
            <a:avLst/>
          </a:prstGeom>
          <a:noFill/>
          <a:ln w="25400">
            <a:solidFill>
              <a:srgbClr val="D719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8404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Yuxuan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124090921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Chudikang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122040057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5257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55046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George Polyzos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5257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55046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April 2026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612648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6126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Eclipse Dataspace Components MVD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Hong Kong Transport Dataspace?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691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691640"/>
            <a:ext cx="2468880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operator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1691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691640"/>
            <a:ext cx="2468880" cy="164592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operator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691640"/>
            <a:ext cx="2468880" cy="164592"/>
          </a:xfrm>
          <a:prstGeom prst="rect">
            <a:avLst/>
          </a:prstGeom>
          <a:solidFill>
            <a:srgbClr val="1B4F92"/>
          </a:solidFill>
          <a:ln w="12700">
            <a:solidFill>
              <a:srgbClr val="1B4F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Dept.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1691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691640"/>
            <a:ext cx="2468880" cy="164592"/>
          </a:xfrm>
          <a:prstGeom prst="rect">
            <a:avLst/>
          </a:prstGeom>
          <a:solidFill>
            <a:srgbClr val="8E5BA6"/>
          </a:solidFill>
          <a:ln w="12700">
            <a:solidFill>
              <a:srgbClr val="8E5B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984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8116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17520" y="338328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46120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474720" y="338328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806440" y="338328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035040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63640" y="338328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595360" y="338328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8823960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052560" y="3383280"/>
            <a:ext cx="411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7200" y="35204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silos: no shared trust, no shared protocol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4361688"/>
            <a:ext cx="45720" cy="3840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3251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ad-hoc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pair exchanges API keys privately. No common protocol; integration cost grows O(N²).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325112" y="416052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9704" y="4361688"/>
            <a:ext cx="45720" cy="3840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43251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policy, no audit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 server-side hard code. Who used what under which condition is invisible.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193024" y="416052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4F6F8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7616" y="4361688"/>
            <a:ext cx="45720" cy="38404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58784" y="43251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locked out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58784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teams cannot legally obtain commercial real-time data without long contractual paperwork.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Dataspace Runtime?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1417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HTTP / S3 sharing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577840" cy="5029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Dataspace Components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19202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API keys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+ Verifiable Credentials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560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terms of service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26480" y="25603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ODRL + DSP negotiated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32004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server-side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26480" y="32004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in contract definition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12471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40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11680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application logs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26480" y="38404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state machine (INITIAL → FINALIZED → TERMINATED)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480560"/>
            <a:ext cx="112471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4805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11680" y="4480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hoc, vendor-specific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26480" y="44805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+ DCP open standards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112471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03E80"/>
          </a:solidFill>
          <a:ln w="12700">
            <a:solidFill>
              <a:srgbClr val="003E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486400"/>
            <a:ext cx="164592" cy="777240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4864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 isn't another HTTP library — it makes </a:t>
            </a:r>
            <a:pPr indent="0" marL="0">
              <a:buNone/>
            </a:pPr>
            <a:r>
              <a:rPr lang="en-US" sz="160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"dataspace"</a:t>
            </a:r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first-class runtime.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46634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830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3055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HK Data Flows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5-participant dataspace on EDC MVD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Hong Kong datasets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+ Push transfer (HttpData)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315468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377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31520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KMB routes pulled live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112" y="1417320"/>
            <a:ext cx="3703320" cy="46634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1417320"/>
            <a:ext cx="3703320" cy="201168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7830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9432" y="213055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Joins as Dual-Role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99432" y="31089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Transport Lab — new participant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both consumer &amp; provider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catalog crawler aggregates 4 nodes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99432" y="4800600"/>
            <a:ext cx="315468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49377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99432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+ provider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93024" y="1417320"/>
            <a:ext cx="3703320" cy="46634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3024" y="1417320"/>
            <a:ext cx="3703320" cy="2011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7344" y="1783080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BONUS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67344" y="213055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ODRL in Java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67344" y="31089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EDC policy engine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constraint: ParticipantTier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constraint: Attribution whitelist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67344" y="4800600"/>
            <a:ext cx="315468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7344" y="49377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8467344" y="56235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evaluation functions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199632"/>
            <a:ext cx="11247120" cy="292608"/>
          </a:xfrm>
          <a:prstGeom prst="roundRect">
            <a:avLst>
              <a:gd name="adj" fmla="val 15625"/>
            </a:avLst>
          </a:prstGeom>
          <a:solidFill>
            <a:srgbClr val="003E80"/>
          </a:solidFill>
          <a:ln w="12700">
            <a:solidFill>
              <a:srgbClr val="003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Eclipse MVD  ·  Runs locally on k3d Kubernetes  ·  21 pods across 5 participants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Architecture · 5 Participants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pic>
        <p:nvPicPr>
          <p:cNvPr id="8" name="Image 0" descr="/sessions/intelligent-keen-cerf/mnt/final/diagrams/02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6766560" cy="4937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1417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runs its own stack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contract &amp; catalog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token-bound transfer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Hub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DID + VC presentation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key material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29768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3337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built on standards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06640" y="370332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+ Verifiable Credentials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establish participant identity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(Dataspace Protocol)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carries catalog + negotiation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 (Decentralized Claims)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carries credential presentation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06640" y="5349240"/>
            <a:ext cx="429768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5440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only where needed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06640" y="58064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Dataspace Issuer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issues VCs
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Server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mirrors a federated index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AND WHAT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&amp; Datasets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5577840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55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· 5 participants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386584"/>
            <a:ext cx="64008" cy="71323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31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Transport Hub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9077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(bob) — KMB / MTR / Government feeds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346704"/>
            <a:ext cx="64008" cy="713232"/>
          </a:xfrm>
          <a:prstGeom prst="rect">
            <a:avLst/>
          </a:prstGeom>
          <a:solidFill>
            <a:srgbClr val="8E5BA6"/>
          </a:solidFill>
          <a:ln w="12700">
            <a:solidFill>
              <a:srgbClr val="8E5B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8E5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· COMMERCIAL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53872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HKTaxi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8679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(alice) — fleet routing platform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306824"/>
            <a:ext cx="64008" cy="713232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· ACADEMIC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449884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Transport Lab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48280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for KMB · provider of research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266944"/>
            <a:ext cx="64008" cy="71323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212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ROOT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545896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Dataspace Issuer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57881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Verifiable Credentials to all parties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463040"/>
            <a:ext cx="5486400" cy="2011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7556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· real HK feeds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2331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KMB Routes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26426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data.etabus.gov.hk · LIVE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555480" y="237744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583680" y="2971800"/>
            <a:ext cx="48463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090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KMB ETA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34015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data.etabus.gov.hk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555480" y="3136392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583680" y="3730752"/>
            <a:ext cx="48463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84962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Traffic Incidents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83680" y="41605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data.gov.hk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555480" y="3895344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583680" y="4489704"/>
            <a:ext cx="48463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46085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Patronage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83680" y="49194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opendata.mtr.com.hk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555480" y="4654296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583680" y="5248656"/>
            <a:ext cx="4846320" cy="0"/>
          </a:xfrm>
          <a:prstGeom prst="line">
            <a:avLst/>
          </a:prstGeom>
          <a:noFill/>
          <a:ln w="6350">
            <a:solidFill>
              <a:srgbClr val="D9DE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0" y="5367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Transit Equity 2026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83680" y="56784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research dataset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555480" y="541324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ENGINEERING CHANGES ON TOP OF UPSTREAM MVD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581912"/>
            <a:ext cx="594360" cy="539496"/>
          </a:xfrm>
          <a:prstGeom prst="roundRect">
            <a:avLst>
              <a:gd name="adj" fmla="val 847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81912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1536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reskin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8105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MVD alice/bob → HK Transport Hub / HKTaxi / HKU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0482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brief, postman, identityhub seed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792" y="1581912"/>
            <a:ext cx="594360" cy="539496"/>
          </a:xfrm>
          <a:prstGeom prst="roundRect">
            <a:avLst>
              <a:gd name="adj" fmla="val 847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581912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86600" y="1536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KMB API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86600" y="18105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1,611 routes via dataplane HTTP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204825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scripts/seed-hk-extra.sh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2560320"/>
            <a:ext cx="594360" cy="539496"/>
          </a:xfrm>
          <a:prstGeom prst="roundRect">
            <a:avLst>
              <a:gd name="adj" fmla="val 8475"/>
            </a:avLst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560320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2514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HKU participant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2788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control plane + IdentityHub + vault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302666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deployment/hku.tf  (20 K8s resources)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2395728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2560320"/>
            <a:ext cx="594360" cy="539496"/>
          </a:xfrm>
          <a:prstGeom prst="roundRect">
            <a:avLst>
              <a:gd name="adj" fmla="val 847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2560320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86600" y="2514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policy + asset split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7889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/ ACADEMIC / PROVIDER on diverged catalogs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026664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scripts/seed-hk-extra.sh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374136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3538728"/>
            <a:ext cx="594360" cy="539496"/>
          </a:xfrm>
          <a:prstGeom prst="roundRect">
            <a:avLst>
              <a:gd name="adj" fmla="val 847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538728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371600" y="34930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push backend (MinIO)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3767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edc-dataplane-aws-s3 wired to in-cluster MinIO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71600" y="40050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minio-deploy.yaml · libs.versions.toml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3374136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3538728"/>
            <a:ext cx="594360" cy="539496"/>
          </a:xfrm>
          <a:prstGeom prst="roundRect">
            <a:avLst>
              <a:gd name="adj" fmla="val 8475"/>
            </a:avLst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3538728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7086600" y="34930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DCP credential issuance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86600" y="3767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activated, runtime VC mint via state machine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86600" y="40050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scripts/demo-live-issuance.sh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352544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" y="4517136"/>
            <a:ext cx="594360" cy="539496"/>
          </a:xfrm>
          <a:prstGeom prst="roundRect">
            <a:avLst>
              <a:gd name="adj" fmla="val 8475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4517136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1371600" y="44714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Permission (claim-based)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71600" y="474573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ParticipantTier reads VC participantTier claim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71600" y="49834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ParticipantTierFunction.java + add-tier-claim.py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72200" y="4352544"/>
            <a:ext cx="55321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7620">
            <a:solidFill>
              <a:srgbClr val="D9D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36792" y="4517136"/>
            <a:ext cx="594360" cy="539496"/>
          </a:xfrm>
          <a:prstGeom prst="roundRect">
            <a:avLst>
              <a:gd name="adj" fmla="val 8475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6792" y="4517136"/>
            <a:ext cx="5943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00" dirty="0"/>
          </a:p>
        </p:txBody>
      </p:sp>
      <p:sp>
        <p:nvSpPr>
          <p:cNvPr id="53" name="Text 51"/>
          <p:cNvSpPr/>
          <p:nvPr/>
        </p:nvSpPr>
        <p:spPr>
          <a:xfrm>
            <a:off x="7086600" y="44714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Duty (Attribution)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086600" y="474573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check on consumer-declared origin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86600" y="4983480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AttributionDutyFunction.java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5385816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5431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CAVEATS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0" y="5431536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 → k3d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migration:  Traefik grabbed :80  → 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ingress-nginx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host.docker.internal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VPN-hijacked  →  switched to 127.0.0.1
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 dataplane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chunked-transfer-encoding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compat resolved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PULL TRANSFER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Pull from KMB Public API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KMB routes pulled in 14 seconds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9933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through DSP catalog → negotiation → transfer → EDR → public endpoint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449977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0"/>
            <a:ext cx="14499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Catalog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90057" y="2743200"/>
            <a:ext cx="1449977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90057" y="2743200"/>
            <a:ext cx="14499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Negotiation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22914" y="2743200"/>
            <a:ext cx="1449977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2914" y="2743200"/>
            <a:ext cx="14499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Agreement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55771" y="2743200"/>
            <a:ext cx="1449977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5771" y="2743200"/>
            <a:ext cx="14499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Transfer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88629" y="2743200"/>
            <a:ext cx="1449977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8629" y="2743200"/>
            <a:ext cx="14499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EDR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21486" y="2743200"/>
            <a:ext cx="1449977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21486" y="2743200"/>
            <a:ext cx="14499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Endpoint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54343" y="2743200"/>
            <a:ext cx="1449977" cy="502920"/>
          </a:xfrm>
          <a:prstGeom prst="roundRect">
            <a:avLst>
              <a:gd name="adj" fmla="val 10909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54343" y="2743200"/>
            <a:ext cx="14499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576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negotiation · FINALIZED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5166360" cy="196596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233672"/>
            <a:ext cx="4983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/v3/contractnegotiations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"FINALIZED"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"contractAgreementId"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"58c37388-c733-4013-94a8-69934833..."</a:t>
            </a:r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352044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6576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KMB route data · pulled via EDR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4114800"/>
            <a:ext cx="5166360" cy="196596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233672"/>
            <a:ext cx="49834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"sample_count"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1611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"sample_first_3"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[{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"route"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"orig_en"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"CHUK YUEN ESTATE"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"dest_en"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 FERRY"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}] }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PUSH TRANSFER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Transfer to a Real S3 Destination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KiB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108960" y="15087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 MinIO bucket  edc-push-bucket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194767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Hub dataplane → AmazonS3-PUSH transferType → MinIO  (S3-compatible, in-cluster)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2688336" cy="457200"/>
          </a:xfrm>
          <a:prstGeom prst="roundRect">
            <a:avLst>
              <a:gd name="adj" fmla="val 12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Negotiate asset-1-push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2606040"/>
            <a:ext cx="2688336" cy="457200"/>
          </a:xfrm>
          <a:prstGeom prst="roundRect">
            <a:avLst>
              <a:gd name="adj" fmla="val 12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60604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Submit S3 destination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2606040"/>
            <a:ext cx="2688336" cy="457200"/>
          </a:xfrm>
          <a:prstGeom prst="roundRect">
            <a:avLst>
              <a:gd name="adj" fmla="val 12000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260604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Provider dataplane PUSH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15984" y="2606040"/>
            <a:ext cx="2688336" cy="457200"/>
          </a:xfrm>
          <a:prstGeom prst="roundRect">
            <a:avLst>
              <a:gd name="adj" fmla="val 12000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15984" y="260604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Object lands in bucket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3832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spec · AmazonS3-PUSH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5166360" cy="242316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59352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"transferType": "AmazonS3-PUSH",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"dataDestination": 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"AmazonS3",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"bucket": "edc-push-bucket",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"object": "kmb-routes-...",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"endpoint": "minio:9000",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"region": "us-east-1"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246120"/>
            <a:ext cx="5532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3832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bucket listing · object landed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3840480"/>
            <a:ext cx="5166360" cy="242316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959352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mc ls minio/edc-push-bucket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2026-04-27 14:11   344 KiB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kmb-routes-via-s3-...json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object preview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"RouteList",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"data": [{ "route": "1",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"orig_en": "CHUK YUEN ESTATE",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"dest_en": "STAR FERRY" }] 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DUAL-ROLE PARTICIPANT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as Both Consumer and Provider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0" y="150876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50876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Lab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0" y="29260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tier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2194560"/>
            <a:ext cx="3429000" cy="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554480" y="1828800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academic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2194560"/>
            <a:ext cx="3337560" cy="0"/>
          </a:xfrm>
          <a:prstGeom prst="line">
            <a:avLst/>
          </a:prstGeom>
          <a:noFill/>
          <a:ln w="38100">
            <a:solidFill>
              <a:srgbClr val="D7192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178040" y="18288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research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691640"/>
            <a:ext cx="1051560" cy="1005840"/>
          </a:xfrm>
          <a:prstGeom prst="roundRect">
            <a:avLst>
              <a:gd name="adj" fmla="val 7273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691640"/>
            <a:ext cx="1051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(provider)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52760" y="1691640"/>
            <a:ext cx="1051560" cy="1005840"/>
          </a:xfrm>
          <a:prstGeom prst="roundRect">
            <a:avLst>
              <a:gd name="adj" fmla="val 727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52760" y="1691640"/>
            <a:ext cx="1051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HKTaxi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5532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83280"/>
            <a:ext cx="5532120" cy="2011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7588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as PROVIDER · catalog &amp; data pulled by alice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096512"/>
            <a:ext cx="5166360" cy="210312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24528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alice queries HKU catalog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"asset":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"transit-equity-2026"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negotiation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"state":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"FINALIZED"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pulled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"district_count":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383280"/>
            <a:ext cx="55321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383280"/>
            <a:ext cx="5532120" cy="201168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675888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as CONSUMER · academic-tier-only asset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096512"/>
            <a:ext cx="5166360" cy="210312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224528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negotiation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"state":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"FINALIZED"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academic data pulled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"asset":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"hk-academic-research-archive",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"tier_required":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"ACADEMIC"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CRAWLER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Catalog Aggregation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0200" y="214884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5087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03320" y="214884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15087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06440" y="214884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49440" y="150876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9560" y="214884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269748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97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Crawler  ·  parallel DSP catalog requests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329184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" y="3703320"/>
            <a:ext cx="109728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776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Federation Index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0" y="3794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assets across 4 providers  ·  2 push-test variants hidden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0690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297680"/>
                <a:gridCol w="39319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PROVIDER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 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qna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asset-1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KMB Routes (live)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qna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asset-2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KMB ETA (live)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qna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asset-with-attribution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D7192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attribution-duty demo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manufacturing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asset-1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independent same-id asset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manufacturing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asset-2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independent same-id asset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manufacturing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hk-traffic-incidents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data.gov.hk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manufacturing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mtr-patronage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opendata.mtr.com.hk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manufacturing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hk-academic-research-archive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F8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ACADEMIC tier · Part 3 demo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66C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catalog-server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normal-asset-1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federated mirror sample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8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hku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hku-transit-equity-2026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0F8A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HKU research dataset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CLAIMS PROTOCOL · END-TO-END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Credential Issuance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117750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21177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CredentialRequest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39542" y="1417320"/>
            <a:ext cx="2117750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9542" y="1417320"/>
            <a:ext cx="21177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1885" y="1417320"/>
            <a:ext cx="2117750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1885" y="1417320"/>
            <a:ext cx="21177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04227" y="1417320"/>
            <a:ext cx="2117750" cy="502920"/>
          </a:xfrm>
          <a:prstGeom prst="roundRect">
            <a:avLst>
              <a:gd name="adj" fmla="val 10909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4227" y="1417320"/>
            <a:ext cx="21177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86570" y="1417320"/>
            <a:ext cx="2117750" cy="502920"/>
          </a:xfrm>
          <a:prstGeom prst="roundRect">
            <a:avLst>
              <a:gd name="adj" fmla="val 10909"/>
            </a:avLst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86570" y="1417320"/>
            <a:ext cx="211775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1031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asks the issuer for a fresh </a:t>
            </a:r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FoobarCredential</a:t>
            </a:r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issuer signs </a:t>
            </a:r>
            <a:pPr indent="0" marL="0">
              <a:buNone/>
            </a:pPr>
            <a:r>
              <a:rPr lang="en-US" sz="1200" b="1" i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HKU's wallet grows by 1.  Trust root is operational at runtime — not just at boot.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55321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9260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wallet · before vs after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5166360" cy="128016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4472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3 VCs already in wallet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7033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DataProcessorCredential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preloaded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MembershipCredential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preloaded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FoobarCredential</a:t>
            </a:r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prior test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66344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4892040"/>
            <a:ext cx="5166360" cy="1280160"/>
          </a:xfrm>
          <a:prstGeom prst="roundRect">
            <a:avLst>
              <a:gd name="adj" fmla="val 3571"/>
            </a:avLst>
          </a:prstGeom>
          <a:solidFill>
            <a:srgbClr val="EAF7EE"/>
          </a:solidFill>
          <a:ln w="9525">
            <a:solidFill>
              <a:srgbClr val="0F8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95604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4 VCs — newest issued during demo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212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DataProcessorCredential
MembershipCredential
FoobarCredential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FoobarCredential  </a:t>
            </a:r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0F8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signed seconds ago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788920"/>
            <a:ext cx="553212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9260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JWT  ·  signed at runtime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3383280"/>
            <a:ext cx="5166360" cy="2743200"/>
          </a:xfrm>
          <a:prstGeom prst="roundRect">
            <a:avLst>
              <a:gd name="adj" fmla="val 1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502152"/>
            <a:ext cx="4983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"iss": "did:web:dataspace-issuer-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service%3A10016:issuer",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"did:web:hku-identityhub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%3A7083:hku",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"iat": 1777301085,   // signed now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"vc_type": ["FoobarCredential"]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DID resolved via /.well-known/did.json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hku-live-1777301085  →  ISSUED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CUSTOM ODRL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Permission Constraint · ParticipantTier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</a:t>
            </a:r>
            <a:pPr algn="ctr" indent="0" marL="0">
              <a:buNone/>
            </a:pPr>
            <a:r>
              <a:rPr lang="en-US" sz="1200" i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DID-substring matching (hack)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   </a:t>
            </a:r>
            <a:pPr algn="ctr"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</a:t>
            </a:r>
            <a:pPr algn="ctr" indent="0" marL="0">
              <a:buNone/>
            </a:pPr>
            <a:r>
              <a:rPr lang="en-US" sz="1200" b="1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claim lookup (issuer-attested, standards-aligned)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function in the EDC policy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ParticipantTierFunction.evaluate()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6035040" cy="3520440"/>
          </a:xfrm>
          <a:prstGeom prst="roundRect">
            <a:avLst>
              <a:gd name="adj" fmla="val 155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56692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evaluate(Operator op, Object rhs,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Permission p, C ctx) {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(op != Operator.EQ) return false;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creds = getCredentialList(ctx.participantAgent());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(creds.failed()) return false;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creds.getContent().stream()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.filter(vc -&gt; vc.getType().stream()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.anyMatch(t -&gt; t.endsWith("MembershipCredential")))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.flatMap(vc -&gt; vc.getCredentialSubject().stream())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.map(cs -&gt; cs.getClaim(MVD_NAMESPACE, "participantTier"))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.filter(Objects::nonNull)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.anyMatch(t -&gt; t.toString()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.equalsIgnoreCase(rhs.toString()));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20840" y="2011680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alice attempts academic asset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232257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TERMINATED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2788920"/>
            <a:ext cx="4983480" cy="868680"/>
          </a:xfrm>
          <a:prstGeom prst="roundRect">
            <a:avLst>
              <a:gd name="adj" fmla="val 6316"/>
            </a:avLst>
          </a:prstGeom>
          <a:solidFill>
            <a:srgbClr val="FDE7E9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85292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TERMINATED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32186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 scope contract.negotiation not fulfilled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3794760"/>
            <a:ext cx="4983480" cy="2514600"/>
          </a:xfrm>
          <a:prstGeom prst="roundRect">
            <a:avLst>
              <a:gd name="adj" fmla="val 218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886200"/>
            <a:ext cx="4617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"state"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"TERMINATED"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"errorDetail":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Permission constraints: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[Constraint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'ParticipantTier'</a:t>
            </a:r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EQ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'ACADEMIC'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263640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extensions/dcp-impl/.../ParticipantTierFunction.java  ·  Issuer-signed claim — no DID syntax assumed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ODRL DUTY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Duty Constraint · Attribution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ODRL distinguishes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(allowed actions) and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(must-do obligations). 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must declare data attribution against a whitelist.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9050">
            <a:solidFill>
              <a:srgbClr val="0F8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5532120" cy="292608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FINALIZED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attribution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declares: 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5166360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564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 = </a:t>
            </a:r>
            <a:pPr indent="0" marL="0">
              <a:buNone/>
            </a:pPr>
            <a:r>
              <a:rPr lang="en-US" sz="12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"HK Transport Hub"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069080"/>
            <a:ext cx="5166360" cy="1828800"/>
          </a:xfrm>
          <a:prstGeom prst="roundRect">
            <a:avLst>
              <a:gd name="adj" fmla="val 3000"/>
            </a:avLst>
          </a:prstGeom>
          <a:solidFill>
            <a:srgbClr val="EAF7EE"/>
          </a:solidFill>
          <a:ln w="6350">
            <a:solidFill>
              <a:srgbClr val="0F8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6052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match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AttributionDutyFunction.evaluate()  ⇒  true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completes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"state": "FINALIZED" 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2377440"/>
            <a:ext cx="55321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9050">
            <a:solidFill>
              <a:srgbClr val="D719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377440"/>
            <a:ext cx="5532120" cy="29260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39572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TERMINATED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7889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attribution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3154680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declares: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456432"/>
            <a:ext cx="5166360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4564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 = </a:t>
            </a:r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"Unauthorized Reseller"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069080"/>
            <a:ext cx="5166360" cy="1828800"/>
          </a:xfrm>
          <a:prstGeom prst="roundRect">
            <a:avLst>
              <a:gd name="adj" fmla="val 3000"/>
            </a:avLst>
          </a:prstGeom>
          <a:solidFill>
            <a:srgbClr val="FDE7E9"/>
          </a:solidFill>
          <a:ln w="6350">
            <a:solidFill>
              <a:srgbClr val="D719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160520"/>
            <a:ext cx="4892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miss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AttributionDutyFunction.evaluate()  ⇒  false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rejected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"state": "TERMINATED" }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extensions/dcp-impl/.../AttributionDutyFunction.java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IDENTIFIED GAPS — AND CLOSED THEM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CSC4240 Data Spaces  ·  HK Transport Federated Dataspace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033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17320"/>
            <a:ext cx="3703320" cy="2011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99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· GAP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842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full DCP issuance flow not end-to-end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SHIPPED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04495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participant context activated, attestations seeded, DCP state machine drives CREATED → REQUESTING → REQUESTED → ISSUED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9044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scripts/demo-live-issuance.sh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5112" y="1417320"/>
            <a:ext cx="37033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1417320"/>
            <a:ext cx="3703320" cy="2011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7099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· GAP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19842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proven only on cluster-internal HTTP sink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53712" y="2743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SHIPPED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304495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edc-dataplane-aws-s3 + MinIO; 344 KiB landed in edc-push-bucket via AmazonS3-PUSH transferType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53712" y="39044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minio-deploy.yaml + demo-push-s3.sh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93024" y="1417320"/>
            <a:ext cx="37033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D9D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1417320"/>
            <a:ext cx="3703320" cy="201168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17099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· GAP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21624" y="19842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ParticipantTier resolved by DID-substring matching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21624" y="2743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SHIPPED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21624" y="304495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MembershipCredentials carry a participantTier claim; evaluator reads VC, not DID syntax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21624" y="39044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ParticipantTierFunction.java + add-tier-claim.py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46320"/>
            <a:ext cx="64008" cy="868680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9204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Dataspace ≠ data API.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abstraction is a policy-bound contract.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10128" y="4846320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4846320"/>
            <a:ext cx="64008" cy="868680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489204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 and DSP are orthogonal.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protocol layer cleanly.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63056" y="4846320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4846320"/>
            <a:ext cx="64008" cy="868680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489204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is the surprise.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who owns :80 before debugging your app.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015984" y="4846320"/>
            <a:ext cx="2688336" cy="868680"/>
          </a:xfrm>
          <a:prstGeom prst="roundRect">
            <a:avLst>
              <a:gd name="adj" fmla="val 6316"/>
            </a:avLst>
          </a:prstGeom>
          <a:solidFill>
            <a:srgbClr val="F4F6F8"/>
          </a:solidFill>
          <a:ln w="6350">
            <a:solidFill>
              <a:srgbClr val="D9D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15984" y="4846320"/>
            <a:ext cx="64008" cy="868680"/>
          </a:xfrm>
          <a:prstGeom prst="rect">
            <a:avLst/>
          </a:prstGeom>
          <a:solidFill>
            <a:srgbClr val="0F8A4F"/>
          </a:solidFill>
          <a:ln w="12700">
            <a:solidFill>
              <a:srgbClr val="0F8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98864" y="4892040"/>
            <a:ext cx="24140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holder rebind matters.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re-sign at the right boundary or get 401.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972800" y="6565392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21440" y="0"/>
            <a:ext cx="670255" cy="164592"/>
          </a:xfrm>
          <a:prstGeom prst="rect">
            <a:avLst/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shipped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91640" y="22402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EDC MVD into a 5-participant Hong Kong transport dataspace with real KMB live data.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91640" y="31546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joins as a dual-role academic participant — exercising both consumer and provider flows.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914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691640" y="406908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 Java ODRL constraints (Permission + Duty) prove the policy engine is extensible.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10972800" cy="0"/>
          </a:xfrm>
          <a:prstGeom prst="line">
            <a:avLst/>
          </a:prstGeom>
          <a:noFill/>
          <a:ln w="12700">
            <a:solidFill>
              <a:srgbClr val="1F40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349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MinimumViableDataspace (HK fork)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6052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scripts · final/scripts/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 ·  </a:t>
            </a:r>
            <a:pPr indent="0" marL="0">
              <a:buNone/>
            </a:pPr>
            <a:r>
              <a:rPr lang="en-US" sz="1100" i="1" dirty="0">
                <a:solidFill>
                  <a:srgbClr val="BF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EDC FederatedCatalog component  ·  dataplane mTLS  ·  multi-cluster deployment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51206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D71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7772400" y="5989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CC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CUHK-Shenzhen · CSC4240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HK Transport Federated Dataspace</dc:title>
  <dc:subject>PptxGenJS Presentation</dc:subject>
  <dc:creator>Zhao Yuxuan, Li Chudikang</dc:creator>
  <cp:lastModifiedBy>Zhao Yuxuan, Li Chudikang</cp:lastModifiedBy>
  <cp:revision>1</cp:revision>
  <dcterms:created xsi:type="dcterms:W3CDTF">2026-04-27T15:36:07Z</dcterms:created>
  <dcterms:modified xsi:type="dcterms:W3CDTF">2026-04-27T15:36:07Z</dcterms:modified>
</cp:coreProperties>
</file>